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Headcount stable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 up with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